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123B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Code Understanding</c:v>
                  </c:pt>
                  <c:pt idx="1">
                    <c:v>Feature Build</c:v>
                  </c:pt>
                  <c:pt idx="2">
                    <c:v>Testing</c:v>
                  </c:pt>
                  <c:pt idx="3">
                    <c:v>Docs/Reviews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24</c:v>
                </c:pt>
                <c:pt idx="2">
                  <c:v>20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b"/>
        <c:majorGridlines>
          <c:spPr>
            <a:ln w="12700" cap="flat">
              <a:solidFill>
                <a:srgbClr val="DDE3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Engineering Codex Enablement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841248"/>
            <a:ext cx="8961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23B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AI-assisted development for a Fortune 500 retail platform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353312"/>
            <a:ext cx="6035040" cy="4663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 developer velocity on a large legacy platform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 enterprise governance, security, and auditability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low-risk workflow: AI-assisted code understanding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productivity gains to measurable business outcomes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132320" y="182880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05472" y="2212848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Productivity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869680" y="182880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123B73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42832" y="2212848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Governance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607040" y="1828800"/>
            <a:ext cx="1463040" cy="1234440"/>
          </a:xfrm>
          <a:prstGeom prst="roundRect">
            <a:avLst>
              <a:gd name="adj" fmla="val 5926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80192" y="2212848"/>
            <a:ext cx="13167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Business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Outcomes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Engineering Challenges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legacy codebase increases time-to-understand for every change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 onboarding delays contribution from new engineers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quality varies across services and teams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Developers spend too much time tracing dependencies and behavior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switching and rework drive avoidable delivery risk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0" y="1234440"/>
            <a:ext cx="4389120" cy="4480560"/>
          </a:xfrm>
          <a:prstGeom prst="roundRect">
            <a:avLst>
              <a:gd name="adj" fmla="val 1042"/>
            </a:avLst>
          </a:prstGeom>
          <a:solidFill>
            <a:srgbClr val="F7F9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14447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6B7A"/>
                </a:solidFill>
              </a:rPr>
              <a:t>Developer Time Breakdown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726680" y="1783080"/>
          <a:ext cx="38404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Codex Fits in the Developer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Explains unfamiliar modules and service boundaries quickly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Maps dependency paths and upstream/downstream impacts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Generates first-draft technical documentation from source code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debugging with targeted hypotheses and trace guidance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consistency of onboarding and team knowledge transfer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0" y="1828800"/>
            <a:ext cx="96012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79792" y="2121408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Read Code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439912" y="2121408"/>
            <a:ext cx="109728" cy="228600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77072" y="1828800"/>
            <a:ext cx="960120" cy="822960"/>
          </a:xfrm>
          <a:prstGeom prst="roundRect">
            <a:avLst>
              <a:gd name="adj" fmla="val 6667"/>
            </a:avLst>
          </a:prstGeom>
          <a:solidFill>
            <a:srgbClr val="123B73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04504" y="2121408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Ask Codex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64624" y="2121408"/>
            <a:ext cx="109728" cy="228600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01784" y="1828800"/>
            <a:ext cx="96012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729216" y="2121408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Validate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689336" y="2121408"/>
            <a:ext cx="109728" cy="228600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26496" y="1828800"/>
            <a:ext cx="960120" cy="82296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853928" y="2121408"/>
            <a:ext cx="9052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Implement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3063240"/>
            <a:ext cx="4297680" cy="2468880"/>
          </a:xfrm>
          <a:prstGeom prst="roundRect">
            <a:avLst>
              <a:gd name="adj" fmla="val 1852"/>
            </a:avLst>
          </a:prstGeom>
          <a:solidFill>
            <a:srgbClr val="F7F9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3794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A"/>
                </a:solidFill>
              </a:rPr>
              <a:t>Codex acts as an accelerator inside the existing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E6B7A"/>
                </a:solidFill>
              </a:rPr>
              <a:t>developer loop, not a replacement for engineering judgment.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First Workflow: Code Understanding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the fastest cross-team productivity lift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risk profile: read-focused workflow with no autonomous deploys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Accelerates onboarding for legacy platform ownership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Improves change planning quality before implementation starts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Creates a practical foundation for later AI use cases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98080" y="1463040"/>
            <a:ext cx="4297680" cy="4206240"/>
          </a:xfrm>
          <a:prstGeom prst="roundRect">
            <a:avLst>
              <a:gd name="adj" fmla="val 652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46920" y="1691640"/>
            <a:ext cx="0" cy="374904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26680" y="3611880"/>
            <a:ext cx="3840480" cy="0"/>
          </a:xfrm>
          <a:prstGeom prst="line">
            <a:avLst/>
          </a:prstGeom>
          <a:noFill/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12680" y="17830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</a:rPr>
              <a:t>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635240" y="32461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E6B7A"/>
                </a:solidFill>
              </a:rPr>
              <a:t>Risk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927080" y="160020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54512" y="51937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6B7A"/>
                </a:solidFill>
              </a:rPr>
              <a:t>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9921240" y="2240280"/>
            <a:ext cx="594360" cy="594360"/>
          </a:xfrm>
          <a:prstGeom prst="ellipse">
            <a:avLst/>
          </a:prstGeom>
          <a:solidFill>
            <a:srgbClr val="123B73"/>
          </a:solidFill>
          <a:ln w="12700">
            <a:solidFill>
              <a:srgbClr val="123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8529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23B73"/>
                </a:solidFill>
              </a:rPr>
              <a:t>Code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23B73"/>
                </a:solidFill>
              </a:rPr>
              <a:t>Understanding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Guardrails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Repository access inherits enterprise IAM and role controls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filters protect secrets and restricted data patterns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captures usage, outcomes, and audit evidence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enforcement is centralized through the Codex harness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remains mandatory before production merges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35240" y="1600200"/>
            <a:ext cx="4069080" cy="731520"/>
          </a:xfrm>
          <a:prstGeom prst="roundRect">
            <a:avLst>
              <a:gd name="adj" fmla="val 6250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10512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Developer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5400000">
            <a:off x="9573768" y="2359152"/>
            <a:ext cx="210312" cy="146304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2532888"/>
            <a:ext cx="4069080" cy="731520"/>
          </a:xfrm>
          <a:prstGeom prst="roundRect">
            <a:avLst>
              <a:gd name="adj" fmla="val 6250"/>
            </a:avLst>
          </a:prstGeom>
          <a:solidFill>
            <a:srgbClr val="123B73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2743200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Codex Harness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 rot="5400000">
            <a:off x="9573768" y="3291840"/>
            <a:ext cx="210312" cy="146304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3465576"/>
            <a:ext cx="4069080" cy="731520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367588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Policy &amp; Security Controls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9573768" y="4224528"/>
            <a:ext cx="210312" cy="146304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5240" y="4398264"/>
            <a:ext cx="40690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35240" y="4608576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Repos / CI / Service Context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 Example: Inventory Availability Service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Developer investigates inventory-availability logic before a change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used: "Explain how inventory availability is calculated in this service."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response maps key files, flow, dependencies, and assumptions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highlights edge cases and test paths to validate safely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faster root cause analysis and higher-confidence delivery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60920" y="1417320"/>
            <a:ext cx="2148840" cy="4297680"/>
          </a:xfrm>
          <a:prstGeom prst="roundRect">
            <a:avLst>
              <a:gd name="adj" fmla="val 2128"/>
            </a:avLst>
          </a:prstGeom>
          <a:solidFill>
            <a:srgbClr val="F7F9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38360" y="1417320"/>
            <a:ext cx="21488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4928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73"/>
                </a:solidFill>
              </a:rPr>
              <a:t>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02368" y="16276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3B73"/>
                </a:solidFill>
              </a:rPr>
              <a:t>Codex Output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103120"/>
            <a:ext cx="1874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"Explain how inventory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availability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calculated in this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</a:rPr>
              <a:t>service."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0" y="20574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1. Key files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calculation chain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2. Inputs 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constraints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3. Edge-case behavior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4. Suggested tests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3B73"/>
          </a:solidFill>
          <a:ln w="12700">
            <a:solidFill>
              <a:srgbClr val="123B7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Rollout Strategy and Business Impact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64922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Pilot: 2-3 teams, baseline metrics, and guardrail validation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Standardized adoption: templates, playbooks, and team enablement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scale: governance dashboards and broad rollout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Outcomes: faster onboarding, higher productivity, stronger code quality</a:t>
            </a:r>
            <a:endParaRPr lang="en-US" sz="1800" dirty="0"/>
          </a:p>
          <a:p>
            <a:pPr marL="177800" indent="-177800"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KPIs: time-to-first-PR, cycle time, escaped defects, doc coverage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06640" y="196596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EAF1FB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06640" y="22860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Pilot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06640" y="324612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123B73"/>
          </a:solidFill>
          <a:ln w="12700">
            <a:solidFill>
              <a:srgbClr val="123B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0" y="349300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Onboarding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-25%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750808" y="2359152"/>
            <a:ext cx="118872" cy="237744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87968" y="196596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7F9FC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87968" y="22860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Standardized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Adoption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887968" y="324612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123B73"/>
          </a:solidFill>
          <a:ln w="12700">
            <a:solidFill>
              <a:srgbClr val="123B7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87968" y="349300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Cycle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-15%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0232136" y="2359152"/>
            <a:ext cx="118872" cy="237744"/>
          </a:xfrm>
          <a:prstGeom prst="chevron">
            <a:avLst/>
          </a:prstGeom>
          <a:solidFill>
            <a:srgbClr val="5E6B7A"/>
          </a:solidFill>
          <a:ln w="12700">
            <a:solidFill>
              <a:srgbClr val="5E6B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69296" y="1965960"/>
            <a:ext cx="13258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6DF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69296" y="228600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Enterprise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</a:rPr>
              <a:t>Scale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0369296" y="3246120"/>
            <a:ext cx="1325880" cy="868680"/>
          </a:xfrm>
          <a:prstGeom prst="roundRect">
            <a:avLst>
              <a:gd name="adj" fmla="val 5263"/>
            </a:avLst>
          </a:prstGeom>
          <a:solidFill>
            <a:srgbClr val="123B73"/>
          </a:solidFill>
          <a:ln w="12700">
            <a:solidFill>
              <a:srgbClr val="123B7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369296" y="3493008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Defects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-20%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Fortune 500 Retail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Engineering Codex Enablement</dc:title>
  <dc:subject>Codex local deployment enablement</dc:subject>
  <dc:creator>AI Deployment Manager</dc:creator>
  <cp:lastModifiedBy>AI Deployment Manager</cp:lastModifiedBy>
  <cp:revision>1</cp:revision>
  <dcterms:created xsi:type="dcterms:W3CDTF">2026-03-07T18:07:21Z</dcterms:created>
  <dcterms:modified xsi:type="dcterms:W3CDTF">2026-03-07T18:07:21Z</dcterms:modified>
</cp:coreProperties>
</file>